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h39ecce1a6faa859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h39ecce1a6faa859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h39ecce1a6faa859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h39ecce1a6faa859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39ecce1a6faa859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39ecce1a6faa859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h39ecce1a6faa859b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h39ecce1a6faa859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h39ecce1a6faa859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h39ecce1a6faa859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39ecce1a6faa859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39ecce1a6faa859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39ecce1a6faa859b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h39ecce1a6faa859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39ecce1a6faa859b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h39ecce1a6faa859b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h39ecce1a6faa859b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h39ecce1a6faa859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h39ecce1a6faa859b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h39ecce1a6faa859b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39ecce1a6faa859b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h39ecce1a6faa859b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h39ecce1a6faa859b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h39ecce1a6faa859b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h39ecce1a6faa859b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h39ecce1a6faa859b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39ecce1a6faa859b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h39ecce1a6faa859b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